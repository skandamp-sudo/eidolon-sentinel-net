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600"/>
            </a:pPr>
            <a:r>
              <a:t>Problem Statement ID: SIH26145</a:t>
            </a:r>
            <a:br/>
            <a:r>
              <a:t>Problem Statement Title: AI-Based Detection of Cyber Threats in Unidirectional IP Traffic</a:t>
            </a:r>
            <a:br/>
            <a:r>
              <a:t>Theme: Software / Blockchain &amp; Cybersecurity</a:t>
            </a:r>
            <a:br/>
            <a:r>
              <a:t>PS Category: Software</a:t>
            </a:r>
            <a:br/>
            <a:r>
              <a:t>Organization: NTRO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EIDOLON // SENTINEL-NET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  <a:defRPr sz="1600"/>
            </a:pPr>
            <a:r>
              <a:t>Problem:</a:t>
            </a:r>
            <a:br/>
            <a:r>
              <a:t>- AI-based detection of cyber threats in unidirectional IP traffic.</a:t>
            </a:r>
            <a:br/>
            <a:r>
              <a:t>- Constraint: Passive/read-only observation. No probes, no return-path dependency.</a:t>
            </a:r>
            <a:br/>
            <a:br/>
            <a:r>
              <a:t>Our Solution: EIDOLON</a:t>
            </a:r>
            <a:br/>
            <a:r>
              <a:t>- Passive, read-only, AI-driven, explainable, near-real-time architecture.</a:t>
            </a:r>
            <a:br/>
            <a:r>
              <a:t>- Replaces active polling with deterministic flow aggregation &amp; scenario-aware ML inference on unidirectional metadata.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 sz="1600"/>
            </a:pPr>
            <a:r>
              <a:t>Architecture Pipeline:</a:t>
            </a:r>
            <a:br/>
            <a:r>
              <a:t>Traffic / PCAP → Packet Parsing → Flow Aggregation → 52 Canonical Features → Preprocessing → ML Models → SOC Command Center via REST/WebSocket</a:t>
            </a:r>
            <a:br/>
            <a:br/>
            <a:r>
              <a:t>AI &amp; Feature Engineering:</a:t>
            </a:r>
            <a:br/>
            <a:r>
              <a:t>- Models: XGBoost, Random Forest, Logistic Regression, Isolation Forest</a:t>
            </a:r>
            <a:br/>
            <a:r>
              <a:t>- 52 canonical features (41 usable post-preprocessing). Highlights: flow behavior, packet size, IAT, TCP flags, directionality.</a:t>
            </a:r>
            <a:br/>
            <a:r>
              <a:t>- Explainability: MITRE ATT&amp;CK contextual mapping &amp; deterministic rationale.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arch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576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600"/>
            </a:pPr>
            <a:r>
              <a:t>Performance &amp; Generalization Results:</a:t>
            </a:r>
            <a:br/>
            <a:r>
              <a:t>- Supervised: XGBoost macro-F1 (0.2675); Logistic Regression macro-F1 (0.3389).</a:t>
            </a:r>
            <a:br/>
            <a:r>
              <a:t>- Anomaly &amp; Novel Threat Findings: Isolation Forest provides crucial novelty-ranking signal.</a:t>
            </a:r>
            <a:br/>
            <a:r>
              <a:t>- Unseen DDoS: ROC-AUC 0.887, PR-AUC 0.776, Anomaly F1 0.571 (strongest generalization case).</a:t>
            </a:r>
            <a:br/>
            <a:r>
              <a:t>- DoS-Wednesday LOSO F1: 0.806.</a:t>
            </a:r>
            <a:br/>
            <a:br/>
            <a:r>
              <a:t>Target Use-Cases &amp; Impact:</a:t>
            </a:r>
            <a:br/>
            <a:r>
              <a:t>- Critical infrastructure monitoring and air-gapped/segmented environments.</a:t>
            </a:r>
            <a:br/>
            <a:r>
              <a:t>- Empowers SOC analyst workflows through a seamless UI.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results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2743200"/>
            <a:ext cx="4572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